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emi Bold" panose="020B0604020202020204" charset="0"/>
      <p:regular r:id="rId17"/>
    </p:embeddedFont>
    <p:embeddedFont>
      <p:font typeface="PT Sans" panose="020B050302020302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4124" y="2923699"/>
            <a:ext cx="3764399" cy="449818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</p:sp>
      <p:sp>
        <p:nvSpPr>
          <p:cNvPr id="5" name="Text 2"/>
          <p:cNvSpPr/>
          <p:nvPr/>
        </p:nvSpPr>
        <p:spPr>
          <a:xfrm>
            <a:off x="6467713" y="2995493"/>
            <a:ext cx="347722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DSA FROM ZERO | DAY 12- MK TECHVERSE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24124" y="346924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Linear Search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324124" y="4532233"/>
            <a:ext cx="7468553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simplest way to find an element — and the foundation of every search algorithm you'll ever learn. Let's break it down step by step. 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🚀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1160026"/>
            <a:ext cx="592788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Linear Search?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24124" y="222301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Linear search is the most straightforward searching technique. Given an array of elements, you scan through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by one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until you find your target — or run out of elements to check.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3641288"/>
            <a:ext cx="36146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6299" y="39034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🔍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Search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6299" y="4399002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Find a specific element inside an array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10178058" y="3641288"/>
            <a:ext cx="36146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40233" y="39034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➡️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Sequential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40233" y="4399002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 elements one at a time, left to right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5666542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6299" y="59287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Simple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6299" y="6424255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sorting or extra setup required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3670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Problem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68893"/>
            <a:ext cx="4154686" cy="4154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3912" y="3098602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You're given an array and a target value. Your goal: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find the index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where the target lives.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5583912" y="4133850"/>
            <a:ext cx="8216265" cy="1024771"/>
          </a:xfrm>
          <a:prstGeom prst="roundRect">
            <a:avLst>
              <a:gd name="adj" fmla="val 35039"/>
            </a:avLst>
          </a:prstGeom>
          <a:solidFill>
            <a:srgbClr val="B7C2F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228" y="4497824"/>
            <a:ext cx="299204" cy="2393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61748" y="4432935"/>
            <a:ext cx="7199114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Array: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[2, 5, 8, 10]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Expected Output: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Index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83912" y="5427821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array is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unsorted or sorted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it doesn't matter. Linear search works on both. We just want to locate the value.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78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Core Idea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796" y="1930598"/>
            <a:ext cx="7608808" cy="45159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3760" y="3034365"/>
            <a:ext cx="647742" cy="6477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06664" y="5409754"/>
            <a:ext cx="1891405" cy="34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Stop &amp; Return</a:t>
            </a:r>
            <a:endParaRPr lang="en-US" sz="21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2420" y="3035580"/>
            <a:ext cx="647741" cy="6477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22975" y="5238508"/>
            <a:ext cx="1891405" cy="68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Compare to Target</a:t>
            </a:r>
            <a:endParaRPr lang="en-US" sz="21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731" y="3035580"/>
            <a:ext cx="647741" cy="64774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00422" y="5409754"/>
            <a:ext cx="1891405" cy="34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Check Element</a:t>
            </a:r>
            <a:endParaRPr lang="en-US" sz="2150" dirty="0"/>
          </a:p>
        </p:txBody>
      </p:sp>
      <p:sp>
        <p:nvSpPr>
          <p:cNvPr id="10" name="Text 4"/>
          <p:cNvSpPr/>
          <p:nvPr/>
        </p:nvSpPr>
        <p:spPr>
          <a:xfrm>
            <a:off x="837724" y="671572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tricks, no shortcuts — just a clear loop with a condition. If the current element matches the target, you're done. If not, move to the next one.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683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Approach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51115"/>
            <a:ext cx="6357818" cy="2143839"/>
          </a:xfrm>
          <a:prstGeom prst="roundRect">
            <a:avLst>
              <a:gd name="adj" fmla="val 1674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204" y="2281595"/>
            <a:ext cx="6296858" cy="718066"/>
          </a:xfrm>
          <a:prstGeom prst="roundRect">
            <a:avLst>
              <a:gd name="adj" fmla="val 44912"/>
            </a:avLst>
          </a:prstGeom>
          <a:solidFill>
            <a:srgbClr val="F3F3FF"/>
          </a:solidFill>
          <a:ln/>
        </p:spPr>
      </p:sp>
      <p:sp>
        <p:nvSpPr>
          <p:cNvPr id="5" name="Text 3"/>
          <p:cNvSpPr/>
          <p:nvPr/>
        </p:nvSpPr>
        <p:spPr>
          <a:xfrm>
            <a:off x="3837146" y="2404824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7519" y="32389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Start at Index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07519" y="3734514"/>
            <a:ext cx="581822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Always begin from the very first element of the array.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2251115"/>
            <a:ext cx="6357818" cy="2143839"/>
          </a:xfrm>
          <a:prstGeom prst="roundRect">
            <a:avLst>
              <a:gd name="adj" fmla="val 1674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5338" y="2281595"/>
            <a:ext cx="6296858" cy="718066"/>
          </a:xfrm>
          <a:prstGeom prst="roundRect">
            <a:avLst>
              <a:gd name="adj" fmla="val 44912"/>
            </a:avLst>
          </a:prstGeom>
          <a:solidFill>
            <a:srgbClr val="F3F3FF"/>
          </a:solidFill>
          <a:ln/>
        </p:spPr>
      </p:sp>
      <p:sp>
        <p:nvSpPr>
          <p:cNvPr id="10" name="Text 8"/>
          <p:cNvSpPr/>
          <p:nvPr/>
        </p:nvSpPr>
        <p:spPr>
          <a:xfrm>
            <a:off x="10434280" y="2404824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04653" y="3238976"/>
            <a:ext cx="29737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Compare Each Element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04653" y="3734514"/>
            <a:ext cx="581822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 if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arr[i] == target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at every step.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4634270"/>
            <a:ext cx="6357818" cy="2526863"/>
          </a:xfrm>
          <a:prstGeom prst="roundRect">
            <a:avLst>
              <a:gd name="adj" fmla="val 14210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204" y="4664750"/>
            <a:ext cx="6296858" cy="718066"/>
          </a:xfrm>
          <a:prstGeom prst="roundRect">
            <a:avLst>
              <a:gd name="adj" fmla="val 44912"/>
            </a:avLst>
          </a:prstGeom>
          <a:solidFill>
            <a:srgbClr val="F3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37146" y="4787979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07519" y="5622131"/>
            <a:ext cx="37376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Match Found → Return Index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7519" y="6117669"/>
            <a:ext cx="5818227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the element equals the target, return the current index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434858" y="4634270"/>
            <a:ext cx="6357818" cy="2526863"/>
          </a:xfrm>
          <a:prstGeom prst="roundRect">
            <a:avLst>
              <a:gd name="adj" fmla="val 14210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5338" y="4664750"/>
            <a:ext cx="6296858" cy="718066"/>
          </a:xfrm>
          <a:prstGeom prst="roundRect">
            <a:avLst>
              <a:gd name="adj" fmla="val 44912"/>
            </a:avLst>
          </a:prstGeom>
          <a:solidFill>
            <a:srgbClr val="F3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34280" y="4787979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704653" y="562213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 Match → Continue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04653" y="6117669"/>
            <a:ext cx="581822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Increment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repeat for the next element.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16223"/>
            <a:ext cx="626923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Dry Run — Step by Step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48414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7974" y="2606397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15559" y="2630686"/>
            <a:ext cx="2863929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arr[0] = 2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 →  2 ≠ 8 </a:t>
            </a: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15559" y="3244810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 a match. Move to the next element.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4106585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974" y="4164568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615559" y="4188857"/>
            <a:ext cx="2863929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arr[1] = 5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 →  5 ≠ 8 </a:t>
            </a: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15559" y="4802981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Still no match. Keep going.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5664756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974" y="572273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615559" y="5747028"/>
            <a:ext cx="2863929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arr[2] = 8</a:t>
            </a: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 →  8 = 8 </a:t>
            </a:r>
            <a:r>
              <a:rPr lang="en-US" sz="22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15559" y="6361152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Match found! Return index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614761" y="2548414"/>
            <a:ext cx="6185535" cy="2244447"/>
          </a:xfrm>
          <a:prstGeom prst="roundRect">
            <a:avLst>
              <a:gd name="adj" fmla="val 15998"/>
            </a:avLst>
          </a:prstGeom>
          <a:solidFill>
            <a:srgbClr val="B7C2FB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7" y="2912388"/>
            <a:ext cx="299204" cy="23931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92597" y="2847499"/>
            <a:ext cx="5168384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Array: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[2, 5, 8, 10]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392597" y="3453527"/>
            <a:ext cx="5168384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392597" y="4059555"/>
            <a:ext cx="5168384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Index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✅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614761" y="5062061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only needed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comparisons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find our answer. In the best case, it's found immediately. In the worst case, we check every element.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1125736"/>
            <a:ext cx="59662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If It's Not Found?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24124" y="2188726"/>
            <a:ext cx="7468553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Sometimes the target simply doesn't exist in the array. In that case, the loop finishes without ever finding a match — and we return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as a signal to the caller.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3614618"/>
            <a:ext cx="7468553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93644" y="3614618"/>
            <a:ext cx="121920" cy="1418153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8" name="Text 5"/>
          <p:cNvSpPr/>
          <p:nvPr/>
        </p:nvSpPr>
        <p:spPr>
          <a:xfrm>
            <a:off x="6685359" y="38844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Loop Completes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85359" y="4379952"/>
            <a:ext cx="68375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element has been checked — none matched the target.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272088"/>
            <a:ext cx="7468553" cy="1831658"/>
          </a:xfrm>
          <a:prstGeom prst="roundRect">
            <a:avLst>
              <a:gd name="adj" fmla="val 798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93644" y="5272088"/>
            <a:ext cx="121920" cy="1831658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12" name="Text 9"/>
          <p:cNvSpPr/>
          <p:nvPr/>
        </p:nvSpPr>
        <p:spPr>
          <a:xfrm>
            <a:off x="6685359" y="5541883"/>
            <a:ext cx="2816185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Return </a:t>
            </a:r>
            <a:r>
              <a:rPr lang="en-US" sz="220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85359" y="6060281"/>
            <a:ext cx="6837521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a convention meaning "not found." It's an invalid index, so it's safe to use as a sentinel value.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637" y="414933"/>
            <a:ext cx="3520202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Complexity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5343" y="3415427"/>
            <a:ext cx="1873329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Does This Mean?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505343" y="3728799"/>
            <a:ext cx="660904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O(n) time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means performance scales linearly with array size. Double the array → double the comparisons in the worst case.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505343" y="4201954"/>
            <a:ext cx="660904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O(1) space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means we use a </a:t>
            </a: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constant amount of memory</a:t>
            </a: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no extra arrays or data structures needed. Just a loop counter.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505343" y="4696182"/>
            <a:ext cx="6609040" cy="686395"/>
          </a:xfrm>
          <a:prstGeom prst="roundRect">
            <a:avLst>
              <a:gd name="adj" fmla="val 32695"/>
            </a:avLst>
          </a:prstGeom>
          <a:solidFill>
            <a:srgbClr val="B7C2FB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885" y="4904661"/>
            <a:ext cx="186928" cy="1495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91356" y="4827032"/>
            <a:ext cx="5973485" cy="39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💡 Linear search is not the fastest — but it's the most </a:t>
            </a:r>
            <a:r>
              <a:rPr lang="en-US" sz="11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universal</a:t>
            </a: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It works on any array, sorted or not.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39948"/>
            <a:ext cx="64831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You Learned Today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3622715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5203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Searching Logic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01586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to scan an array systematically to locate a target value.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5776" y="3622715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45203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Loop Usage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5015865"/>
            <a:ext cx="4118848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Using a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loop to iterate through every element from index 0 to n-1.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3828" y="3622715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45203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Condition Checking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5015865"/>
            <a:ext cx="4118848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Applying an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statement inside a loop to match and return early.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9160"/>
            <a:ext cx="5632490" cy="71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🧠</a:t>
            </a: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Mini Challenge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38970"/>
            <a:ext cx="4154686" cy="4154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3912" y="26765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Try It Yourself!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83912" y="3267789"/>
            <a:ext cx="821626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Apply linear search to the following: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5583912" y="3920014"/>
            <a:ext cx="8216265" cy="1024771"/>
          </a:xfrm>
          <a:prstGeom prst="roundRect">
            <a:avLst>
              <a:gd name="adj" fmla="val 35039"/>
            </a:avLst>
          </a:prstGeom>
          <a:solidFill>
            <a:srgbClr val="B7C2F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228" y="4283988"/>
            <a:ext cx="299204" cy="2393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61748" y="4219099"/>
            <a:ext cx="7199114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Array: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[4, 7, 1, 9]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Target: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index is returned?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583912" y="5213985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Trace through the array manually — check each element one by one. What comparisons do you make before finding the match?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807244" y="6901577"/>
            <a:ext cx="60960" cy="459224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1" name="Text 7"/>
          <p:cNvSpPr/>
          <p:nvPr/>
        </p:nvSpPr>
        <p:spPr>
          <a:xfrm>
            <a:off x="1137999" y="6932057"/>
            <a:ext cx="12654677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💡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Hint: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Start at index 0 and compare each element with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until you find a match.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Custom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Arial</vt:lpstr>
      <vt:lpstr>PT Sans</vt:lpstr>
      <vt:lpstr>Nunito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кυи∂αи кυмαя</cp:lastModifiedBy>
  <cp:revision>2</cp:revision>
  <dcterms:created xsi:type="dcterms:W3CDTF">2026-04-12T02:39:42Z</dcterms:created>
  <dcterms:modified xsi:type="dcterms:W3CDTF">2026-04-12T15:59:30Z</dcterms:modified>
</cp:coreProperties>
</file>